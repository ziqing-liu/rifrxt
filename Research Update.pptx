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  <p:sldId id="265" r:id="rId13"/>
    <p:sldId id="266" r:id="rId14"/>
    <p:sldId id="267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619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EF466A-A959-4E0E-8024-BDD72A80DBF2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E2FBA2-9175-4A3F-A6D1-7B9260A1E96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1577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 is  rich and M9 is minimal 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2FBA2-9175-4A3F-A6D1-7B9260A1E964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38724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split a 96 well plate in 2 and After blank wells there are 60 wells 2 are blank 58 which nicely leaves us with 29 wells per growth media. This way we can test the effect of temperature on our mutant </a:t>
            </a:r>
            <a:r>
              <a:rPr lang="en-US" dirty="0" err="1"/>
              <a:t>accorss</a:t>
            </a:r>
            <a:r>
              <a:rPr lang="en-US" dirty="0"/>
              <a:t> the two different media 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2FBA2-9175-4A3F-A6D1-7B9260A1E964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18800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reach saturation at 30-37 in LB and 42-37-30 in M9  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2FBA2-9175-4A3F-A6D1-7B9260A1E964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4302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Sweet spot for growth is between 37 and 42 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2FBA2-9175-4A3F-A6D1-7B9260A1E964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223176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2 point with some growth at 45</a:t>
            </a:r>
            <a:r>
              <a:rPr lang="en-AU" dirty="0"/>
              <a:t>°</a:t>
            </a:r>
            <a:r>
              <a:rPr lang="en-US" dirty="0"/>
              <a:t>c in LB and no growth in M9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3 point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OD is highest for M9 at 42c Even though the mutants are growing better in LB than M9 its interesting that the optimal for LB seems to be at 30-37c while m9 it </a:t>
            </a:r>
            <a:r>
              <a:rPr lang="en-US" dirty="0" err="1"/>
              <a:t>seens</a:t>
            </a:r>
            <a:r>
              <a:rPr lang="en-US" dirty="0"/>
              <a:t> to be 42 </a:t>
            </a:r>
            <a:r>
              <a:rPr lang="en-US" dirty="0" err="1"/>
              <a:t>andybe</a:t>
            </a:r>
            <a:r>
              <a:rPr lang="en-US" dirty="0"/>
              <a:t> 37. the high </a:t>
            </a:r>
            <a:r>
              <a:rPr lang="en-US" dirty="0" err="1"/>
              <a:t>mumax</a:t>
            </a:r>
            <a:r>
              <a:rPr lang="en-US" dirty="0"/>
              <a:t> for LB at 42 is not translating to OD </a:t>
            </a:r>
          </a:p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2FBA2-9175-4A3F-A6D1-7B9260A1E964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6675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table 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2FBA2-9175-4A3F-A6D1-7B9260A1E964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4208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773202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6762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65391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3876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77409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7704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10573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3100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00285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65701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32701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E7611B22-EA13-474B-83BA-8A12F66AADAF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5A7A6B84-712C-4447-9CE1-C6658B4CC8C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8726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0A804-B0AB-8799-A597-19D0395CD3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Research Update 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7B2356-2320-DDCE-5543-C9B60EC3A9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Edward Liu 01/05/2026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75104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EA34F-6776-B085-331E-74C0279DC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F29F4-AEB2-D0FB-3CE6-20070AD29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Looking at the fitness effect of E. coli with </a:t>
            </a:r>
            <a:r>
              <a:rPr lang="en-US" dirty="0" err="1"/>
              <a:t>rpoB</a:t>
            </a:r>
            <a:r>
              <a:rPr lang="en-US" dirty="0"/>
              <a:t> mutations from our lab </a:t>
            </a:r>
          </a:p>
          <a:p>
            <a:r>
              <a:rPr lang="en-US" dirty="0"/>
              <a:t>Growing them across a wide temperature spectrum ideally from 22</a:t>
            </a:r>
            <a:r>
              <a:rPr lang="en-AU" dirty="0"/>
              <a:t>°c</a:t>
            </a:r>
            <a:r>
              <a:rPr lang="en-US" dirty="0"/>
              <a:t>-42</a:t>
            </a:r>
            <a:r>
              <a:rPr lang="en-AU" dirty="0"/>
              <a:t>°c</a:t>
            </a:r>
          </a:p>
          <a:p>
            <a:r>
              <a:rPr lang="en-AU" dirty="0"/>
              <a:t>Also across two types of media LB and M9 </a:t>
            </a:r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40666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4B637-53FF-EF31-1E67-5F6056B77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BA41F-E832-2EAA-7EFE-45CC239BAE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Picked and 28 mutants and the WT to test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B297E6-9427-8FC9-52E9-2B5FAAF99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01" y="2785379"/>
            <a:ext cx="5506070" cy="38267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6CEB3D-BE1E-EAFA-D579-485596E55D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1306" y="59095"/>
            <a:ext cx="1767993" cy="534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827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2F456-B6AE-57CA-6BDC-043DD8909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findings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183D-F892-067B-76CC-5D0764E122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first tested the temperature ranges that we though would be constitute as heat stress for E. coli (42</a:t>
            </a:r>
            <a:r>
              <a:rPr lang="en-AU" dirty="0"/>
              <a:t>°c)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95E2FD-5464-5E47-C3B4-26BB068BD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56" y="2723034"/>
            <a:ext cx="10815539" cy="38214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75B851-3C79-9715-F071-8462E31C1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946" y="60146"/>
            <a:ext cx="2343334" cy="1628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976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50BC4-5EF0-EC6E-5158-98FFF8AD5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45</a:t>
            </a:r>
            <a:r>
              <a:rPr lang="en-AU" dirty="0"/>
              <a:t>°c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E6A7FD-F14F-19CE-3AF2-48B4865D29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0398" y="2364202"/>
            <a:ext cx="10956994" cy="3762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3D9C59-36A0-93E1-9740-530880BB5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1448" y="0"/>
            <a:ext cx="2343334" cy="1628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048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A296F-77F0-CD6D-CA4D-8936D03BF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48</a:t>
            </a:r>
            <a:r>
              <a:rPr lang="en-AU" dirty="0"/>
              <a:t>°</a:t>
            </a:r>
            <a:r>
              <a:rPr lang="en-US" dirty="0"/>
              <a:t>c</a:t>
            </a:r>
            <a:endParaRPr lang="en-A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E490B89-BE9E-BADB-24B4-131F2CD102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286" y="2873829"/>
            <a:ext cx="10204200" cy="35400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B487F5-7184-2CC0-247C-6107D5BF0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1448" y="0"/>
            <a:ext cx="2343334" cy="1628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528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D76FE-0287-D488-9701-D795E888D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22</a:t>
            </a:r>
            <a:r>
              <a:rPr lang="en-AU" dirty="0"/>
              <a:t>°</a:t>
            </a:r>
            <a:r>
              <a:rPr lang="en-US" dirty="0"/>
              <a:t>c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C9C34-887F-533A-DB17-2DDA04692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then tested the lower end of my temperature spectrum</a:t>
            </a:r>
          </a:p>
          <a:p>
            <a:r>
              <a:rPr lang="en-US" dirty="0"/>
              <a:t>But we found out its between 26</a:t>
            </a:r>
            <a:r>
              <a:rPr lang="en-AU" dirty="0"/>
              <a:t>°</a:t>
            </a:r>
            <a:r>
              <a:rPr lang="en-US" dirty="0"/>
              <a:t>c -28</a:t>
            </a:r>
            <a:r>
              <a:rPr lang="en-AU" dirty="0"/>
              <a:t>°</a:t>
            </a:r>
            <a:r>
              <a:rPr lang="en-US" dirty="0"/>
              <a:t>c in the lab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39789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30CEA-49D2-B307-6F9F-B7984929B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MAXOD Heatmap </a:t>
            </a:r>
            <a:endParaRPr lang="en-A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2DE4D86-5EDF-2DF5-482D-0AC757D78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32372" y="1965960"/>
            <a:ext cx="68541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14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81E43-7B6D-94CF-1AAE-BEC13F20F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MUMAX Heatmap </a:t>
            </a:r>
            <a:endParaRPr lang="en-A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D8C527-E6D2-70F3-FDC7-55754CC6EB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24159" y="1828800"/>
            <a:ext cx="687053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441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E50FB-E4C8-D52E-B0FE-BB45A3C57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M9 MUMAX</a:t>
            </a:r>
            <a:endParaRPr lang="en-AU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ECC9292-2714-2014-CC8D-34BFEF2632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9872" y="1789611"/>
            <a:ext cx="9165282" cy="4835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536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E62FD-6E04-6C9B-1EBE-0A5C3DFC5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Observations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EAE73-A454-A5D9-BF0B-1BC190E98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expected at 48 nothing survives </a:t>
            </a:r>
          </a:p>
          <a:p>
            <a:r>
              <a:rPr lang="en-US" dirty="0"/>
              <a:t>It seems like rich media helps with growth at high temperature</a:t>
            </a:r>
          </a:p>
          <a:p>
            <a:r>
              <a:rPr lang="en-US" dirty="0"/>
              <a:t>Our mutations and WT seems to be heat resistant</a:t>
            </a:r>
          </a:p>
          <a:p>
            <a:endParaRPr lang="en-US" dirty="0"/>
          </a:p>
          <a:p>
            <a:endParaRPr lang="en-AU" dirty="0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AA537DC7-E5B9-A834-95D0-495EE783B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18" y="3429000"/>
            <a:ext cx="5167961" cy="3280886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B2D665-709B-BCFF-2936-15477C7D5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189" y="3390083"/>
            <a:ext cx="5400531" cy="3420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895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17A225-B875-DA94-C728-918628A1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/>
          <a:lstStyle/>
          <a:p>
            <a:r>
              <a:rPr lang="en-US" dirty="0"/>
              <a:t>LB OD</a:t>
            </a:r>
            <a:endParaRPr lang="en-AU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143D5DB-B928-55FD-E5D5-BA6551306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6900700-8C8C-B673-8F12-57B4E655D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811" y="1691322"/>
            <a:ext cx="9379131" cy="4926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708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8C730-BD99-2B19-3280-D8BFCB3AE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M9 OD</a:t>
            </a:r>
            <a:endParaRPr lang="en-A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295B73-9CC6-ABDF-C2FB-4585EE0C9D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6062" y="1755760"/>
            <a:ext cx="9438213" cy="5005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449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7A658-75C0-F871-2CA1-675D5953E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LB MUMAX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762E0-DA82-D3C6-FAE2-B03197765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59D71150-06E7-3EE0-8DF9-D560C3F6E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56" y="1663993"/>
            <a:ext cx="9472090" cy="4997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5540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C49B-7743-4ECA-4DFC-2A36B9C1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2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0EB59-5046-2900-FE7E-DA5B4AD35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Looking at whether </a:t>
            </a:r>
            <a:r>
              <a:rPr lang="en-US" dirty="0" err="1"/>
              <a:t>rpoB</a:t>
            </a:r>
            <a:r>
              <a:rPr lang="en-US" dirty="0"/>
              <a:t> mutations are stochastic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51635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B37DB-4FA1-F2FE-5F48-EC8CCD833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Theory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FCC26-E232-AF3A-5BB8-150BCF7ED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14154"/>
            <a:ext cx="8595360" cy="4351337"/>
          </a:xfrm>
        </p:spPr>
        <p:txBody>
          <a:bodyPr/>
          <a:lstStyle/>
          <a:p>
            <a:r>
              <a:rPr lang="en-US" dirty="0"/>
              <a:t>We originally though that when we do mutant screens the mutations that appear are </a:t>
            </a:r>
            <a:r>
              <a:rPr lang="en-AU" dirty="0"/>
              <a:t>stochastic</a:t>
            </a:r>
          </a:p>
          <a:p>
            <a:r>
              <a:rPr lang="en-AU" dirty="0"/>
              <a:t>But results from the E. coil, A. </a:t>
            </a:r>
            <a:r>
              <a:rPr lang="en-AU" dirty="0" err="1"/>
              <a:t>baylyi</a:t>
            </a:r>
            <a:r>
              <a:rPr lang="en-AU" dirty="0"/>
              <a:t> and L. plantarum screens show that is not the case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0D7431-6010-E1F1-25A6-7FC9349E6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06" y="78377"/>
            <a:ext cx="3433829" cy="660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150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D99A-664F-5DE6-6183-D779E8630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6E06F-F081-53A3-84A4-2A6ED0ED5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351815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E2FA7-3528-B5F6-DCC3-6380A3F92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33FBA-97FF-53A8-80E1-1C2D3DDB1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381395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View</Template>
  <TotalTime>772</TotalTime>
  <Words>359</Words>
  <Application>Microsoft Office PowerPoint</Application>
  <PresentationFormat>Widescreen</PresentationFormat>
  <Paragraphs>49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Century Schoolbook</vt:lpstr>
      <vt:lpstr>Wingdings 2</vt:lpstr>
      <vt:lpstr>View</vt:lpstr>
      <vt:lpstr>Research Update </vt:lpstr>
      <vt:lpstr>Chapter 1 </vt:lpstr>
      <vt:lpstr>Design </vt:lpstr>
      <vt:lpstr>Initial findings </vt:lpstr>
      <vt:lpstr>45°c</vt:lpstr>
      <vt:lpstr>48°c</vt:lpstr>
      <vt:lpstr>22°c</vt:lpstr>
      <vt:lpstr>MAXOD Heatmap </vt:lpstr>
      <vt:lpstr>MUMAX Heatmap </vt:lpstr>
      <vt:lpstr>M9 MUMAX</vt:lpstr>
      <vt:lpstr>Initial Observations </vt:lpstr>
      <vt:lpstr>LB OD</vt:lpstr>
      <vt:lpstr>M9 OD</vt:lpstr>
      <vt:lpstr>LB MUMAX</vt:lpstr>
      <vt:lpstr>Chapter 2 </vt:lpstr>
      <vt:lpstr>Theory </vt:lpstr>
      <vt:lpstr>Design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Ziqing Liu</dc:creator>
  <cp:lastModifiedBy>Ziqing Liu</cp:lastModifiedBy>
  <cp:revision>2</cp:revision>
  <dcterms:created xsi:type="dcterms:W3CDTF">2026-04-28T23:57:04Z</dcterms:created>
  <dcterms:modified xsi:type="dcterms:W3CDTF">2026-04-29T12:49:07Z</dcterms:modified>
</cp:coreProperties>
</file>